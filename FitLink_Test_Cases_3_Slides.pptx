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82296" cy="960120"/>
          </a:xfrm>
          <a:prstGeom prst="roundRect">
            <a:avLst/>
          </a:prstGeom>
          <a:solidFill>
            <a:srgbClr val="158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96012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CASE ĐẠT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9784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27A"/>
                </a:solidFill>
                <a:latin typeface="Arial"/>
              </a:defRPr>
            </a:pPr>
            <a:r>
              <a:t>9/24 case đạt trong phạm vi kiểm thử đã thực hiện.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411480"/>
            <a:ext cx="1353312" cy="731520"/>
          </a:xfrm>
          <a:prstGeom prst="roundRect">
            <a:avLst/>
          </a:prstGeom>
          <a:solidFill>
            <a:srgbClr val="158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530352"/>
            <a:ext cx="10972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9 ĐẠT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627A"/>
                </a:solidFill>
                <a:latin typeface="Arial"/>
              </a:defRPr>
            </a:pPr>
            <a:r>
              <a:t>FITLINK  |  Round 1 · 07/10/2026  |  Jest unit test · Mock dữ liệu, không ghi DB thật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281928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035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65960"/>
            <a:ext cx="4901183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5805D"/>
                </a:solidFill>
                <a:latin typeface="Arial"/>
              </a:defRPr>
            </a:pPr>
            <a:r>
              <a:t>AUTHENTICATION · 6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60320"/>
            <a:ext cx="4901183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TC_AUTH_002 — Chặn dữ liệu đăng ký sai*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TC_AUTH_003 — Từ chối email đăng ký trùng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TC_AUTH_004 — Đăng nhập đúng, cấp cookie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TC_AUTH_005 — Chặn mật khẩu / đầu vào sai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TC_AUTH_007 — Chặn thiếu phiên / sai quyền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TC_AUTH_008 — Chặn token sai / hết hạn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5468112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065776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5805D"/>
                </a:solidFill>
                <a:latin typeface="Arial"/>
              </a:defRPr>
            </a:pPr>
            <a:r>
              <a:t>BOOKING &amp; SCHEDULE · 3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560320"/>
            <a:ext cx="5065776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TC_BOOK_001 — Tạo booking đúng dữ liệu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TC_BOOK_002 — Không lưu booking thiếu / sai dữ liệu</a:t>
            </a:r>
          </a:p>
          <a:p>
            <a:pPr>
              <a:spcAft>
                <a:spcPts val="90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TC_SCH_001 — Sinh lịch tương lai hợp lệ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59552"/>
            <a:ext cx="10789920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* AUTH_002: kiểm tra middleware riêng; chưa kiểm tra wiring route đăng ký.</a:t>
            </a:r>
          </a:p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AUTH_004–005: điều chỉnh theo đăng nhập bằng số điện thoại + cookie HttpOnly.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82296" cy="960120"/>
          </a:xfrm>
          <a:prstGeom prst="roundRect">
            <a:avLst/>
          </a:prstGeom>
          <a:solidFill>
            <a:srgbClr val="C3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96012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CASE KHÔNG ĐẠT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9784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27A"/>
                </a:solidFill>
                <a:latin typeface="Arial"/>
              </a:defRPr>
            </a:pPr>
            <a:r>
              <a:t>5 case phát hiện hành vi chưa đáp ứng kỳ vọng trong testcase.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411480"/>
            <a:ext cx="1353312" cy="731520"/>
          </a:xfrm>
          <a:prstGeom prst="roundRect">
            <a:avLst/>
          </a:prstGeom>
          <a:solidFill>
            <a:srgbClr val="C33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530352"/>
            <a:ext cx="10972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5 LỖI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627A"/>
                </a:solidFill>
                <a:latin typeface="Arial"/>
              </a:defRPr>
            </a:pPr>
            <a:r>
              <a:t>FITLINK  |  Round 1 · 07/10/2026  |  Jest unit test · Mock dữ liệu, không ghi DB thật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281928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11000232" cy="704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1920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C33F49"/>
                </a:solidFill>
                <a:latin typeface="Arial"/>
              </a:defRPr>
            </a:pPr>
            <a:r>
              <a:t>TC_BOOK_003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801368"/>
            <a:ext cx="281635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Đặt trùng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801368"/>
            <a:ext cx="562356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Booking thứ hai vẫn được chấp nhận (HTTP 200).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96312"/>
            <a:ext cx="11000232" cy="704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06040"/>
            <a:ext cx="1920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C33F49"/>
                </a:solidFill>
                <a:latin typeface="Arial"/>
              </a:defRPr>
            </a:pPr>
            <a:r>
              <a:t>TC_SCH_002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606040"/>
            <a:ext cx="281635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Ngày bắt đầu sai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606040"/>
            <a:ext cx="562356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Vòng lặp không dừng; tiến trình thử bị ngắt sau 1.500 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00984"/>
            <a:ext cx="11000232" cy="704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10712"/>
            <a:ext cx="1920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C33F49"/>
                </a:solidFill>
                <a:latin typeface="Arial"/>
              </a:defRPr>
            </a:pPr>
            <a:r>
              <a:t>TC_SCH_003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410712"/>
            <a:ext cx="281635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Giờ kết thúc ≤ bắt đầu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3410712"/>
            <a:ext cx="562356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Không từ chối slot.end sai; dùng duration để tính giờ kết thúc.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05656"/>
            <a:ext cx="11000232" cy="704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215384"/>
            <a:ext cx="1920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C33F49"/>
                </a:solidFill>
                <a:latin typeface="Arial"/>
              </a:defRPr>
            </a:pPr>
            <a:r>
              <a:t>TC_SCH_004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4215384"/>
            <a:ext cx="281635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Lịch trong quá khứ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4215384"/>
            <a:ext cx="562356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Vẫn tạo lịch (HTTP 201) khi carryForward=false.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910328"/>
            <a:ext cx="11000232" cy="704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020056"/>
            <a:ext cx="1920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C33F49"/>
                </a:solidFill>
                <a:latin typeface="Arial"/>
              </a:defRPr>
            </a:pPr>
            <a:r>
              <a:t>TC_SCH_005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5020056"/>
            <a:ext cx="281635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Lịch bị chồng lấn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5020056"/>
            <a:ext cx="562356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Sinh lịch trùng lần hai vẫn thành công (HTTP 201).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Kết quả của round kiểm thử; các lỗi này chưa được sửa trong yêu cầu lập báo cáo.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438912"/>
            <a:ext cx="82296" cy="960120"/>
          </a:xfrm>
          <a:prstGeom prst="roundRect">
            <a:avLst/>
          </a:prstGeom>
          <a:solidFill>
            <a:srgbClr val="B97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96012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CASE CHƯA ĐỦ ĐIỀU KIỆN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97840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27A"/>
                </a:solidFill>
                <a:latin typeface="Arial"/>
              </a:defRPr>
            </a:pPr>
            <a:r>
              <a:t>10 case Pending — chưa thực thi đầy đủ; không tính là đạt hoặc không đạt.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411480"/>
            <a:ext cx="1353312" cy="731520"/>
          </a:xfrm>
          <a:prstGeom prst="roundRect">
            <a:avLst/>
          </a:prstGeom>
          <a:solidFill>
            <a:srgbClr val="B97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530352"/>
            <a:ext cx="10972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10 CHỜ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627A"/>
                </a:solidFill>
                <a:latin typeface="Arial"/>
              </a:defRPr>
            </a:pPr>
            <a:r>
              <a:t>FITLINK  |  Round 1 · 07/10/2026  |  Jest unit test · Mock dữ liệu, không ghi DB thật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281928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03520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28800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97812"/>
                </a:solidFill>
                <a:latin typeface="Arial"/>
              </a:defRPr>
            </a:pPr>
            <a:r>
              <a:t>TC_AUTH_001 · 1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58568"/>
            <a:ext cx="4901183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Đăng ký tài khoản hoàn chỉnh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79192"/>
            <a:ext cx="4901183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27A"/>
                </a:solidFill>
                <a:latin typeface="Arial"/>
              </a:defRPr>
            </a:pPr>
            <a:r>
              <a:t>Chưa kiểm thử toàn bộ vòng đời xác nhận email và tạo tài khoản.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546811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828800"/>
            <a:ext cx="506577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97812"/>
                </a:solidFill>
                <a:latin typeface="Arial"/>
              </a:defRPr>
            </a:pPr>
            <a:r>
              <a:t>TC_AUTH_006 · 1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258568"/>
            <a:ext cx="506577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Thông tin tài khoản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679192"/>
            <a:ext cx="5065776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27A"/>
                </a:solidFill>
                <a:latin typeface="Arial"/>
              </a:defRPr>
            </a:pPr>
            <a:r>
              <a:t>Đã có API test riêng, nhưng chưa ánh xạ đầy đủ vào case của round này.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5303520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840480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97812"/>
                </a:solidFill>
                <a:latin typeface="Arial"/>
              </a:defRPr>
            </a:pPr>
            <a:r>
              <a:t>TC_BOOK_004–008 · 5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270248"/>
            <a:ext cx="4901183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Xem / sửa / hủy booking &amp; quyền sở hữu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690872"/>
            <a:ext cx="4901183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27A"/>
                </a:solidFill>
                <a:latin typeface="Arial"/>
              </a:defRPr>
            </a:pPr>
            <a:r>
              <a:t>Chưa có API đọc, sửa, hủy booking tương ứng để chạy đúng quy trình testcase.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703320"/>
            <a:ext cx="546811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840480"/>
            <a:ext cx="506577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B97812"/>
                </a:solidFill>
                <a:latin typeface="Arial"/>
              </a:defRPr>
            </a:pPr>
            <a:r>
              <a:t>TC_SCH_006–008 · 3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270248"/>
            <a:ext cx="506577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Sửa thời gian lịch &amp; quyền sở hữu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690872"/>
            <a:ext cx="5065776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27A"/>
                </a:solidFill>
                <a:latin typeface="Arial"/>
              </a:defRPr>
            </a:pPr>
            <a:r>
              <a:t>Chưa có hợp đồng API đọc/sửa thời gian tương ứng. API đổi trạng thái buổi tập là thao tác khác.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27A"/>
                </a:solidFill>
                <a:latin typeface="Arial"/>
              </a:defRPr>
            </a:pPr>
            <a:r>
              <a:t>Cần bổ sung API / điều kiện xác nhận và ánh xạ kiểm thử trước khi chuyển Pending thành kết quả thực thi.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